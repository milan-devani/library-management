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676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31520" y="640080"/>
            <a:ext cx="10725912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280160" y="10972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FULL-STACK PROJECT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14173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280160" y="23317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Full-Stack Web Platform for Automated Book Cataloging, Circulation &amp; Fine Settlement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80160" y="2926080"/>
            <a:ext cx="9601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463040" y="3044952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Stack: React.js (Vite)  •  Redux Toolkit  •  Tailwind CSS  •  PHP REST API  •  MySQL (PDO)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80160" y="388620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Jenish </a:t>
            </a:r>
            <a:r>
              <a:rPr lang="en-US" sz="1150" dirty="0" err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Rupavatiya</a:t>
            </a: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Parthiv Ramani 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&amp; Engineering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Year: 2025–2026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0" y="388620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Mode: Final Year Project / Viva Voce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3-Tier Enterprise Web Model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Page-Reload Redux State Synchronization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280160" y="53492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 Admin Credentials: admin@library.com  |  Password: admin123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Motivation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164592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6263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 — College Full-Stack Project  |  React • PHP • MySQL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12064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05840" y="1554480"/>
            <a:ext cx="137160" cy="1508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280160" y="15544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Paper Registers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947672"/>
            <a:ext cx="4297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paper registers suffer from torn pages, missing loan records, illegible handwriting, and zero backup capabilities.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325880"/>
            <a:ext cx="512064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400800" y="1554480"/>
            <a:ext cx="137160" cy="1508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675120" y="15544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Discrepancies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1947672"/>
            <a:ext cx="4297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Librarians cannot track real-time physical copies available on shelves versus copies currently checked out by students.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566160"/>
            <a:ext cx="512064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005840" y="3794760"/>
            <a:ext cx="137160" cy="1508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280160" y="37947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Fine Computation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187952"/>
            <a:ext cx="4297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manually calculate overdue days and penalty fees using calendars, creating friction, calculation errors, and audit disputes.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3566160"/>
            <a:ext cx="512064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400800" y="3794760"/>
            <a:ext cx="137160" cy="15087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675120" y="37947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Self-Visibility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75120" y="4187952"/>
            <a:ext cx="4297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and faculty have no instant way to check borrow history, impending due dates, or catalog availability.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 &amp; Goals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164592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6263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 — College Full-Stack Project  |  React • PHP • MySQL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591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14400" y="1435608"/>
            <a:ext cx="5486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5270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45920" y="1435608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Catalog Management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645920" y="1728216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 book, author, and category CRUD operations with strict ISBN uniqueness and publisher details.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2221992"/>
            <a:ext cx="1072591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914400" y="2331720"/>
            <a:ext cx="5486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14400" y="2423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45920" y="233172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Inventory Synchronization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645920" y="2624328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Dynamically track physical copies: decrement available inventory on loan and restore upon return.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3118104"/>
            <a:ext cx="1072591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914400" y="3227832"/>
            <a:ext cx="5486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14400" y="331927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45920" y="322783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ACID Transactional Guarantees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645920" y="352044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zero database inconsistency during circulation operations through MySQL atomic transactions.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4014216"/>
            <a:ext cx="1072591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914400" y="4123944"/>
            <a:ext cx="5486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14400" y="421538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45920" y="4123944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Overdue Penalty Engine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645920" y="4416552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 manual math: compute late fees at ₹5.00/day on the server and manage payment collection.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31520" y="4910328"/>
            <a:ext cx="1072591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914400" y="5020056"/>
            <a:ext cx="5486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914400" y="511149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645920" y="5020056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Page-Reload SPA Experience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645920" y="5312664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Redux Toolkit for seamless state updates and instantaneous UI re-renders without browser refresh.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 Breakdown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164592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6263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 — College Full-Stack Project  |  React • PHP • MySQL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34290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3429000" cy="65836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60120" y="141732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Layer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691640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SPA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60120" y="2075688"/>
            <a:ext cx="2971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React 18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60120" y="2295144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Component-based UI architecture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60120" y="2670048"/>
            <a:ext cx="2971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Vite 5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60120" y="2889504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Modern development bundler &amp; HMR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60120" y="3264408"/>
            <a:ext cx="2971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Redux Toolkit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0120" y="3483864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Centralized global state &amp; asyncThunks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60120" y="3858768"/>
            <a:ext cx="2971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Tailwind CSS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60120" y="4078224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Responsive layout and color tokens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60120" y="4453128"/>
            <a:ext cx="2971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Axios Client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60120" y="4672584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HTTP client with Bearer interceptors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60120" y="5047488"/>
            <a:ext cx="2971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React Hot Toast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60120" y="5266944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Interactive user feedback alerts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389120" y="1325880"/>
            <a:ext cx="34290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389120" y="1325880"/>
            <a:ext cx="3429000" cy="658368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617720" y="141732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 Layer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17720" y="1691640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Engine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17720" y="2075688"/>
            <a:ext cx="2971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Native PHP 8.2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17720" y="2295144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High performance pure REST API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17720" y="2670048"/>
            <a:ext cx="2971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Custom Router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17720" y="2889504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RESTful URI &amp; query parameter routing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17720" y="3264408"/>
            <a:ext cx="2971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PDO Extension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617720" y="3483864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Prepared statements with parameter binding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17720" y="3858768"/>
            <a:ext cx="2971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Auth Middleware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617720" y="4078224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Cryptographic Bearer token verification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17720" y="4453128"/>
            <a:ext cx="2971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Bcrypt Hash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617720" y="4672584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One-way salt password encryption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17720" y="5047488"/>
            <a:ext cx="2971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JSON Protocol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617720" y="5266944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Standardized response envelope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046720" y="1325880"/>
            <a:ext cx="34290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8046720" y="1325880"/>
            <a:ext cx="3429000" cy="65836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8275320" y="141732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Layer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275320" y="1691640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DB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275320" y="2075688"/>
            <a:ext cx="2971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MySQL / MariaDB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275320" y="2295144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ACID relational database engine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275320" y="2670048"/>
            <a:ext cx="2971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Foreign Keys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275320" y="2889504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Enforces ON DELETE RESTRICT rules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75320" y="3264408"/>
            <a:ext cx="2971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Row-Level Locks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275320" y="3483864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SELECT ... FOR UPDATE prevents race states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275320" y="3858768"/>
            <a:ext cx="2971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Indexed Tables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275320" y="4078224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Fast searches by ISBN, Name, Code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275320" y="4453128"/>
            <a:ext cx="2971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Port Fallback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8275320" y="4672584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Auto-detects active port 3306 or 3307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275320" y="5047488"/>
            <a:ext cx="2971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Seed Dataset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8275320" y="5266944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21 books, 10 authors, 10 students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3-Tier System Architecture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164592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6263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 — College Full-Stack Project  |  React • PHP • MySQL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591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05840" y="1435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 Client Presentation Layer (SPA)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72821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in the user’s browser via React. Handles route transitions, user interactions, local validation, and Redux state caches.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05840" y="2112264"/>
            <a:ext cx="242316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51560" y="2185416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Router DOM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66160" y="2112264"/>
            <a:ext cx="242316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11880" y="2185416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Redux Toolkit Slices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26480" y="2112264"/>
            <a:ext cx="242316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172200" y="2185416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Common UI Components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686800" y="2112264"/>
            <a:ext cx="242316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732520" y="2185416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Axios Bearer Interceptor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31520" y="2807208"/>
            <a:ext cx="1072591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05840" y="291693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2: Business Logic &amp; API Layer (PHP)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209544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entry point handles CORS and dispatches to controllers. Validates permissions, enforces library rules, and calculates fines.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05840" y="3593592"/>
            <a:ext cx="242316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051560" y="3666744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index.php REST Gateway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566160" y="3593592"/>
            <a:ext cx="242316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611880" y="3666744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Token Middleware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26480" y="3593592"/>
            <a:ext cx="242316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172200" y="3666744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Domain Controllers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686800" y="3593592"/>
            <a:ext cx="242316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732520" y="3666744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Validation Utility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31520" y="4288536"/>
            <a:ext cx="1072591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1005840" y="4398264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3: Persistence Layer (MySQL Database)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46908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long-term data integrity with strict constraints, indexes, and InnoDB transaction isolation for circulation checks.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05840" y="5074920"/>
            <a:ext cx="242316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051560" y="5148072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InnoDB Relational Engine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566160" y="5074920"/>
            <a:ext cx="242316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611880" y="5148072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ACID Transactions (COMMIT/ROLLBACK)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26480" y="5074920"/>
            <a:ext cx="242316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172200" y="5148072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Keys (RESTRICT)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686800" y="5074920"/>
            <a:ext cx="242316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8732520" y="5148072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Port 3306/3307 Fallback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INTERFACE DEMONSTRATION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Demonstration: Live Analytics Dashboard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164592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6263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 — College Full-Stack Project  |  React • PHP • MySQL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704088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E:\New folder\library management system project\screenshots\02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17320"/>
            <a:ext cx="6858000" cy="38587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53492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1: Real-time Admin Dashboard displaying 8 KPI stat cards, recent borrow logs, and overdue attention lists.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001000" y="1325880"/>
            <a:ext cx="3456432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8229600" y="1508760"/>
            <a:ext cx="2011680" cy="2926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229600" y="155448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ANALYTICS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29600" y="1920240"/>
            <a:ext cx="2999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System Features: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229600" y="2286000"/>
            <a:ext cx="2999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8 Real-Time Counter Cards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229600" y="2505456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Instant visibility of Total Books, Total Inventory, Active Issues, and Overdue Returns.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229600" y="2926080"/>
            <a:ext cx="2999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Recent Borrow Activity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229600" y="3145536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Live circulation ledger showing who borrowed which book with timestamp badges.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229600" y="3566160"/>
            <a:ext cx="2999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Overdue Attention Alert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229600" y="3785616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Highlights students with pending overdue loans requiring immediate fine settlement.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229600" y="4206240"/>
            <a:ext cx="2999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Zero Page-Reload Sync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229600" y="4425696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Redux Toolkit synchronizes changes without full browser refresh cycles.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INTERFACE DEMONSTRATION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Demonstration: Book Catalog &amp; Inventory Management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164592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6263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 — College Full-Stack Project  |  React • PHP • MySQL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704088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E:\New folder\library management system project\screenshots\03_boo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17320"/>
            <a:ext cx="6858000" cy="38587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53492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2: Complete book catalog table with multi-attribute filtering, available stock counts, and CRUD action triggers.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001000" y="1325880"/>
            <a:ext cx="3456432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8229600" y="1508760"/>
            <a:ext cx="2011680" cy="29260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229600" y="155448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CONTROL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29600" y="1920240"/>
            <a:ext cx="2999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System Features: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229600" y="2286000"/>
            <a:ext cx="2999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Instant Keyword Search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229600" y="2505456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Filter through catalog by Title, Author, Category, or unique 13-digit ISBN.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229600" y="2926080"/>
            <a:ext cx="2999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Real-Time Stock Ratio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229600" y="3145536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Tracks Available Copies vs Total Physical Copies to prevent overselling on loans.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229600" y="3566160"/>
            <a:ext cx="2999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Shelf &amp; Rack Tagging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229600" y="3785616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Guides librarians to physical bookshelf racks for rapid book location in library.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229600" y="4206240"/>
            <a:ext cx="2999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Protected Actions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229600" y="4425696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Edit, View Details, and Delete buttons with foreign-key restriction alerts.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INTERFACE DEMONSTRATION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Demonstration: Circulation &amp; Issue Verification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164592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6263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 — College Full-Stack Project  |  React • PHP • MySQL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704088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E:\New folder\library management system project\screenshots\04_issu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17320"/>
            <a:ext cx="6858000" cy="38587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53492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3: Active book loan circulation ledger showing issue dates, return due dates, and return action buttons.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001000" y="1325880"/>
            <a:ext cx="3456432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8229600" y="1508760"/>
            <a:ext cx="2011680" cy="292608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229600" y="155448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ACID CIRCULATION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29600" y="1920240"/>
            <a:ext cx="2999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System Features: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229600" y="2286000"/>
            <a:ext cx="2999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Active Loan Guardrails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229600" y="2505456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Verifies student borrowing quota (max 3 books) and active student status.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229600" y="2926080"/>
            <a:ext cx="2999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Duplicate Loan Check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229600" y="3145536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Prevents the same student from borrowing two identical copies simultaneously.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229600" y="3566160"/>
            <a:ext cx="2999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1-Click Return Trigger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229600" y="3785616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Directly initiates the return modal with automatic overdue days estimation.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229600" y="4206240"/>
            <a:ext cx="2999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Status Pill Badges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229600" y="4425696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Color-coded visual indicators for "Issued", "Returned", and "Overdue".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INTERFACE DEMONSTRATION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Demonstration: Overdue Fine Settlement Ledger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164592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6263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 — College Full-Stack Project  |  React • PHP • MySQL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704088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E:\New folder\library management system project\screenshots\05_f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17320"/>
            <a:ext cx="6858000" cy="38587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53492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4: Financial ledger showing calculated late fees, payment statuses, and counter payment recording.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001000" y="1325880"/>
            <a:ext cx="3456432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8229600" y="1508760"/>
            <a:ext cx="2011680" cy="29260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229600" y="155448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AUDIT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29600" y="1920240"/>
            <a:ext cx="2999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System Features: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229600" y="2286000"/>
            <a:ext cx="2999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Server-Calculated Math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229600" y="2505456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Computed via ₹5.00/day rate multiplied by days past the designated due date.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229600" y="2926080"/>
            <a:ext cx="2999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Settlement Status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229600" y="3145536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Audited records tracked as "Unpaid" or "Paid" with payment date timestamps.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229600" y="3566160"/>
            <a:ext cx="2999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Counter Cash Recording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229600" y="3785616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Librarians can record student cash payments, instantly updating ledger.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229600" y="4206240"/>
            <a:ext cx="2999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Export &amp; Audit Ready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229600" y="4425696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Complete financial accountability with linked Issue and Student records.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INTERFACE DEMONSTRATION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Demonstration: Student &amp; Member Directory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164592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6263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 — College Full-Stack Project  |  React • PHP • MySQL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704088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E:\New folder\library management system project\screenshots\06_memb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17320"/>
            <a:ext cx="6858000" cy="38587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53492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5: Student and faculty registry tracking academic departments, contact info, and active loan allowances.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001000" y="1325880"/>
            <a:ext cx="3456432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8229600" y="1508760"/>
            <a:ext cx="2011680" cy="2926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229600" y="155448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REGISTRY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29600" y="1920240"/>
            <a:ext cx="2999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System Features: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229600" y="2286000"/>
            <a:ext cx="2999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Academic Profile Data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229600" y="2505456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Captures Student Name, Roll Number, Branch (CSE, IT, ECE), and Semester.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229600" y="2926080"/>
            <a:ext cx="2999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Contact Verification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229600" y="3145536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Stores verified email address and phone number for overdue reminders.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229600" y="3566160"/>
            <a:ext cx="2999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Status Guard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229600" y="3785616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Suspended students are automatically blocked from borrowing any library assets.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229600" y="4206240"/>
            <a:ext cx="2999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Borrowing History Link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229600" y="4425696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Quick access to all past and present books checked out by the member.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Functional Modules Summary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164592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6263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 — College Full-Stack Project  |  React • PHP • MySQL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34290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60120" y="149047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Authentication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1856232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Bcrypt encrypted login &amp; register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295144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Bearer token session tracking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2734056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Protected routes &amp; role guards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1325880"/>
            <a:ext cx="34290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617720" y="149047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Live Dashboard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17720" y="1856232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8 Real-time KPI stat cards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17720" y="2295144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Recent borrow transaction logs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17720" y="2734056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Overdue attention list with fines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46720" y="1325880"/>
            <a:ext cx="34290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75320" y="149047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Books Catalog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75320" y="1856232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Complete inventory CRUD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75320" y="2295144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ISBN uniqueness verification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75320" y="2734056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Dynamic available copies counter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3566160"/>
            <a:ext cx="34290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60120" y="373075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Member Registry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60120" y="4096512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Student &amp; faculty cards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" y="4535424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Department &amp; course tracking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60120" y="4974336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Active loan capacity protection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89120" y="3566160"/>
            <a:ext cx="34290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617720" y="373075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Book Circulation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617720" y="4096512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Active loan issue modal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17720" y="4535424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Zero stock issue prevention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17720" y="4974336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Duplicate book loan blocking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46720" y="3566160"/>
            <a:ext cx="34290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275320" y="373075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Returns &amp; Fines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75320" y="4096512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Transactional return check-in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75320" y="4535424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₹5.00/day overdue math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75320" y="4974336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Payment settlement audit ledger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Mechanism: Redux Toolkit &amp; REST Sync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164592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6263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 — College Full-Stack Project  |  React • PHP • MySQL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3429000" cy="2057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60120" y="1527048"/>
            <a:ext cx="411480" cy="4114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60120" y="16002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156362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Action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205740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initiates circulation action in React modal (e.g. clicks "Issue Book").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1325880"/>
            <a:ext cx="3429000" cy="2057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617720" y="1527048"/>
            <a:ext cx="411480" cy="4114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617720" y="16002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66360" y="156362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Thunk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17720" y="205740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dispatches createAsyncThunk action with form payload.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46720" y="1325880"/>
            <a:ext cx="3429000" cy="2057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275320" y="1527048"/>
            <a:ext cx="411480" cy="4114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75320" y="16002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823960" y="156362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Axios Interceptor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75320" y="205740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appends Authorization Bearer token to request headers.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3566160"/>
            <a:ext cx="3429000" cy="2057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960120" y="3767328"/>
            <a:ext cx="411480" cy="4114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60120" y="384048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08760" y="380390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API Gateway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60120" y="429768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Authenticates token against database and launches transactional controller.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89120" y="3566160"/>
            <a:ext cx="3429000" cy="2057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617720" y="3767328"/>
            <a:ext cx="411480" cy="4114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617720" y="384048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66360" y="380390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Commit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617720" y="429768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locks rows, decrements stock, records issue, and commits.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46720" y="3566160"/>
            <a:ext cx="3429000" cy="2057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275320" y="3767328"/>
            <a:ext cx="411480" cy="4114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275320" y="384048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823960" y="380390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Redux Mutation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275320" y="429768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 extraReducers update local store with zero page-reload.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 &amp; Relational Constraints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164592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6263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 — College Full-Stack Project  |  React • PHP • MySQL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Schema Entities &amp; Strict Relational Integrity Constraints: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1072591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05840" y="184708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Table: books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389120" y="1847088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Relationship: N:1 with authors &amp; categories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05840" y="21762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 Guarantee: Restricts deletion of author or category while assigned to active titles.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2761488"/>
            <a:ext cx="1072591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05840" y="287121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Table: issues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389120" y="2871216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Relationship: N:1 with books &amp; members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05840" y="320040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 Guarantee: Restricts deletion of student or book while an active loan is recorded.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785616"/>
            <a:ext cx="1072591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05840" y="389534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Table: fines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389120" y="3895344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Relationship: 1:1 with issues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05840" y="422452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 Guarantee: Tied to specific loan record; tracks monetary settlement status (Unpaid/Paid).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4809744"/>
            <a:ext cx="1072591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005840" y="49194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Table: user_tokens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389120" y="4919472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Relationship: N:1 with users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05840" y="524865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 Guarantee: Cryptographic 64-char tokens revoked automatically upon logout.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ACID Transactions: Issue vs. Return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164592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6263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 — College Full-Stack Project  |  React • PHP • MySQL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25780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60120" y="150876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Book Transaction (BEGIN ... COMMIT)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1965960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Verify member status == "active"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459736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Check student active loans count &lt; 3 (loan limit)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295351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Verify student has no duplicate active loan of this title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3447288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Lock book row (SELECT ... FOR UPDATE) &amp; verify available &gt; 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3941064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INSERT INTO issues (book_id, member_id, issue_date, due_date)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4434840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UPDATE books SET available_copies = available_copies - 1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4928616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 COMMIT TRANSACTION (or ROLLBACK on failure)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99632" y="1325880"/>
            <a:ext cx="525780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46520" y="150876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Book Transaction (BEGIN ... COMMIT)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46520" y="196596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Lock issue record &amp; verify status == "issued"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46520" y="240487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Compute overdue days = max(0, Return Date - Due Date)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46520" y="2843784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Query fine_per_day setting (default ₹5.00/day)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46520" y="3282696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Calculate fine amount = overdue_days * fine_rate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46520" y="372160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UPDATE issues SET status = "returned", returned_at = NOW()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46520" y="41605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UPDATE books SET available_copies = available_copies + 1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46520" y="459943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 If fine &gt; 0: INSERT INTO fines (payment_status="unpaid")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46520" y="5038344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 COMMIT TRANSACTION (zero inventory corruption)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Overdue Fine Calculation Engine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164592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6263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 — College Full-Stack Project  |  React • PHP • MySQL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5912" cy="11430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05840" y="148132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CALCULATION ENGINE (ENFORCED ON BACKEND)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05840" y="1783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Overdue Days = MAX( 0,  Return Date  −  Due Date )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Fine Amount   = Overdue Days  ×  Fine Per Day (₹5.00)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2697480"/>
            <a:ext cx="34290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05840" y="292608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Live UI Preview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3383280"/>
            <a:ext cx="288036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selecting return date in the modal, the frontend calculates a real-time estimate so the librarian sees the penalty immediately before submitting.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2697480"/>
            <a:ext cx="34290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663440" y="292608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Server Enforcement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3383280"/>
            <a:ext cx="288036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PHP backend re-calculates days and fines with PDO queries to prevent client-side manipulation or date tampering.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2697480"/>
            <a:ext cx="34290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321040" y="292608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Settlement Ledger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21040" y="3383280"/>
            <a:ext cx="288036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Fines are recorded as "unpaid". Once collected at the counter, staff mark it "paid", updating dashboard financial metrics in real-time.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Data Protection Implementations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164592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6263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 — College Full-Stack Project  |  React • PHP • MySQL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1206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05840" y="1554480"/>
            <a:ext cx="137160" cy="1508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280160" y="15544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 Password Hashing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80160" y="1965960"/>
            <a:ext cx="4297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Passwords are never stored in plain text. PHP password_hash($password, PASSWORD_BCRYPT) ensures strong one-way cryptographic encryption.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325880"/>
            <a:ext cx="51206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400800" y="1554480"/>
            <a:ext cx="137160" cy="1508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675120" y="15544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 Defense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675120" y="1965960"/>
            <a:ext cx="4297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of queries use PDO prepared statements with parameter binding (:id, :isbn), neutralizing SQL injection attack vectors.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566160"/>
            <a:ext cx="51206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005840" y="3794760"/>
            <a:ext cx="137160" cy="1508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280160" y="37947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&amp; Bearer Token Protocol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280160" y="4206240"/>
            <a:ext cx="4297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 64-character hexadecimal tokens with 30-day expiration timestamps validate every protected API request.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3566160"/>
            <a:ext cx="51206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400800" y="3794760"/>
            <a:ext cx="137160" cy="1508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675120" y="37947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 &amp; XSS Sanitization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675120" y="4206240"/>
            <a:ext cx="4297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CORS response headers in response.php and HTML entity escaping prevent cross-site scripting vulnerabilities.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Challenges Faced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164592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6263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 — College Full-Stack Project  |  React • PHP • MySQL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12064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97280" y="1527048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17830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Port Environments (3306 vs 3307)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97280" y="214884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and college machines often have both MySQL 8.0 and XAMPP MariaDB installed on ports 3306 and 3307, causing connection refused errors.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325880"/>
            <a:ext cx="512064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92240" y="1527048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92240" y="17830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Concurrency &amp; Stock Depletion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92240" y="214884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Preventing race conditions where multiple librarians issue the last physical copy of a book at the exact same second.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566160"/>
            <a:ext cx="512064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97280" y="3767328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" y="40233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Page-Reload Synchronization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97280" y="438912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Ensuring inventory numbers, active borrow limits, and fine totals immediately reflect in Redux without requiring browser reloads.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3566160"/>
            <a:ext cx="512064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492240" y="3767328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92240" y="40233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Table Overflow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92240" y="438912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tabular views (ISBN, Borrower, Status, Actions) breaking mobile viewports on smaller student phone screens.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Solutions &amp; Engineering Decisions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164592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6263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 — College Full-Stack Project  |  React • PHP • MySQL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1206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97280" y="1527048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17830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PDO Port Auto-Fallback Connector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97280" y="214884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a smart singleton in database.php that tests port 3306 and seamlessly falls back to 3307 if refused, guaranteeing zero setup configuration hassle.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325880"/>
            <a:ext cx="51206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92240" y="1527048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92240" y="17830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Pessimistic Row Locking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92240" y="214884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Utilized SELECT ... FOR UPDATE within MySQL transactions to lock rows during issue and return queries, strictly avoiding overselling copies.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566160"/>
            <a:ext cx="51206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97280" y="3767328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" y="40233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Optimistic Reducer Mutation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97280" y="438912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Redux slice extraReducers locally mutate items in state upon fulfilled promises, synchronizing counts and badges with zero page reload.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3566160"/>
            <a:ext cx="51206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492240" y="3767328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92240" y="40233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Table Architecture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92240" y="438912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Encapsulated data tables in overflow-x wrappers with collapsible navigation drawers for complete responsiveness across mobile, tablet, and desktop.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 &amp; Enhancements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164592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6263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 — College Full-Stack Project  |  React • PHP • MySQL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34290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60120" y="14904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5087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Barcode &amp; QR Scanner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920240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scanner integration at checkout desk for instant student ID card and book ISBN barcode scanning.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325880"/>
            <a:ext cx="34290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617720" y="14904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74920" y="15087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Portal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17720" y="1920240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mobile view for students to search catalogs, check due dates, reserve books, and view reading logs.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0" y="1325880"/>
            <a:ext cx="34290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275320" y="14904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732520" y="15087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&amp; Email Alerts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75320" y="1920240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cron tasks alerting students 2 days prior to loan expiry to minimize fines.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566160"/>
            <a:ext cx="34290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60120" y="37307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37490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Fine Payments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4160520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with Razorpay / UPI QR codes to allow direct digital settlement of overdue penalties.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89120" y="3566160"/>
            <a:ext cx="34290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17720" y="37307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74920" y="37490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RFID Security Gate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17720" y="4160520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library entrance detection tracking walk-outs to prevent unissued books leaving premises.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46720" y="3566160"/>
            <a:ext cx="34290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275320" y="37307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732520" y="37490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Recommendations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75320" y="4160520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book suggestions for students based on their course curriculum and previous borrow records.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Summary of Achievements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164592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6263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 — College Full-Stack Project  |  React • PHP • MySQL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591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14400" y="1508760"/>
            <a:ext cx="320040" cy="3200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53619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63040" y="1490472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Successfully engineered an enterprise-grade Library Management System suitable for university production deployment.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221992"/>
            <a:ext cx="1072591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14400" y="2404872"/>
            <a:ext cx="320040" cy="3200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243230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63040" y="2386584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Achieved zero discrepancy in inventory counts using atomic MySQL transactions for circulation check-out and check-in.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118104"/>
            <a:ext cx="1072591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914400" y="3300984"/>
            <a:ext cx="320040" cy="3200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14400" y="33284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63040" y="3282696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full Redux Toolkit state architecture with 7 feature slices for an instantaneous zero page-reload experience.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014216"/>
            <a:ext cx="1072591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914400" y="4197096"/>
            <a:ext cx="320040" cy="3200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14400" y="422452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63040" y="417880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Enforced security standards: Bcrypt hashing, 64-character Bearer token sessions, and prepared PDO SQL queries.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910328"/>
            <a:ext cx="1072591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914400" y="5093208"/>
            <a:ext cx="320040" cy="3200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914400" y="51206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63040" y="50749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Supplied comprehensive realistic seed data (21 textbooks, 10 authors, 8 categories, 10 students, active loans, and fines).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14400" y="173736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 — Full-Stack College Project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75504" y="3657600"/>
            <a:ext cx="1828800" cy="457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39319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Demonstration &amp; Questions Welcome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2712</Words>
  <Application>Microsoft Office PowerPoint</Application>
  <PresentationFormat>Widescreen</PresentationFormat>
  <Paragraphs>371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only laptop</cp:lastModifiedBy>
  <cp:revision>2</cp:revision>
  <dcterms:created xsi:type="dcterms:W3CDTF">2026-10-05T19:42:01Z</dcterms:created>
  <dcterms:modified xsi:type="dcterms:W3CDTF">2026-10-05T19:49:39Z</dcterms:modified>
</cp:coreProperties>
</file>